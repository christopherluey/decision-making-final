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719"/>
  </p:normalViewPr>
  <p:slideViewPr>
    <p:cSldViewPr snapToGrid="0">
      <p:cViewPr>
        <p:scale>
          <a:sx n="94" d="100"/>
          <a:sy n="94" d="100"/>
        </p:scale>
        <p:origin x="16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52F2-024A-E1AA-3DBB-C6388616C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76D20-876D-FCE6-FA28-5976D1540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0054-6C65-34D8-BF6A-2E4D110A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D1208-C530-A1BC-9392-7AC6312E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7DF22-CE8A-A844-E2FB-C5BC25F0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8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3617-882B-3A44-5D0C-F7D8533F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20CD0-0C90-2001-C9FE-306AE9E2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7977C-624F-CF43-7CEA-D5907515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B27B7-978C-FAA7-CFF2-98BD7E78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D9C3-E42E-79C7-CDCF-01404672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8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494C-ADD5-846E-9DBB-B142A8CD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728B1-3DCE-9A1B-D07B-2B556256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75839-B838-04A9-F930-119804F0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8A671-747D-291C-49B5-404BAC1A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7A6E-7527-4113-9AEF-D5875CAE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1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306B-F556-A617-5982-C57E313D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B6F3-57F5-07BC-FB47-3D5B7C432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F3632-BAF6-7829-FAE5-955ADFDEB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93789-5B86-3910-0784-8FF303AC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A5F19-F204-47C9-FE35-73F35150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B2C7E-E429-1CDA-248A-C532EBF7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4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42CC-4468-F815-60D4-22F123F1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1DFCB-8AFD-8A3B-B497-EA6A9A89F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617DD-75DA-8080-013A-878F1ECC8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DA62-A452-895E-A79F-DBCB69400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367A1-77A9-6C23-EABB-AF48E5A82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FF255-8914-8A9D-5B83-0C8FCEE0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19DF6-1019-B018-DD72-E6D4D564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A5E27-635B-3992-D223-78818793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7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C8EE-0459-AD90-A0AB-A4A8DE78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C7273-6FF8-2BFF-A858-D3F049F1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9A5BB-8387-CBFC-94F0-DEA0E96B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D2555-50EC-F811-5B0B-B2A42219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3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2BFC1-7CA0-3AF3-D65A-D9F5B20B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6C922-CBA6-7472-06F7-74747EFD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10156-554D-D984-3926-B091C6A7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7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B001-A029-5884-463E-723AECAE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2131-7359-245C-6EDB-BF54C5D4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C4300-85E6-CFB1-9415-6A31A4EED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40C3A-535E-1BB4-4BC8-25F73C29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C06B4-ABA3-99B9-6B00-F487ECDB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6C8A0-A742-A8AF-0F27-31D0D306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2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B612-FF11-0404-0A43-4BDB5696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EC6B1-0702-77F8-D4BB-23A5E154F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3B77F-8E49-BC42-CE44-A4007E154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C655A-16C1-6054-EAAE-63CFDFBB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933CD-3C38-F8A9-1463-17652CC7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C6862-BCBB-65DA-638D-9B52430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2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B4F1-3920-DB3D-A34A-62646E7B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4F25E-9AEF-0CEA-CC22-7B63EFEAA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9494A-EBA4-C9B0-5E1E-7252C106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D9F0C-FA53-4B65-A4FD-D3209FD7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DFE9-A7BA-29BA-507B-EBE6C49C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95077-DAA3-B172-6FB7-4BCE56D15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E6D9D-C0ED-2900-C9E5-9F4570C7E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F315F-044D-D4D6-962C-7CA236F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B9204-024A-A336-FCBD-C37B0F4E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6668-B49A-5ADA-9B9D-3D272A92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2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1E822-F874-76EB-A370-8D51102D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C3884-FC63-1D89-2CB0-C20C02241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EEFD3-73EA-E1DD-8F6D-F5E2A4FCB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5CED7-5909-8940-99E4-21293A9977BE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81125-B948-674C-75BE-4D733583B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DC6C-C43E-8839-959B-5727360D0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2AD56-FABE-E043-BA50-32D967DA9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02F3C4-0F18-D513-1BA5-D63FB62E758F}"/>
              </a:ext>
            </a:extLst>
          </p:cNvPr>
          <p:cNvSpPr/>
          <p:nvPr/>
        </p:nvSpPr>
        <p:spPr>
          <a:xfrm>
            <a:off x="358659" y="1038681"/>
            <a:ext cx="1607301" cy="8760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Requirement tokens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Load cases, interface dimensions,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tolerance bands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B26B8C-75DF-5901-C2EA-5CF48A788E08}"/>
              </a:ext>
            </a:extLst>
          </p:cNvPr>
          <p:cNvSpPr/>
          <p:nvPr/>
        </p:nvSpPr>
        <p:spPr>
          <a:xfrm>
            <a:off x="358660" y="2294593"/>
            <a:ext cx="2283956" cy="87609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Belief update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Fuse tokens with prior over </a:t>
            </a:r>
            <a:r>
              <a:rPr lang="en-US" sz="1050" dirty="0" err="1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SketchGraphs</a:t>
            </a:r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 style clusters; infer latent geometry parameters.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E12604-18B0-3225-4F67-51DE64BC4599}"/>
              </a:ext>
            </a:extLst>
          </p:cNvPr>
          <p:cNvSpPr/>
          <p:nvPr/>
        </p:nvSpPr>
        <p:spPr>
          <a:xfrm>
            <a:off x="3305990" y="1047393"/>
            <a:ext cx="2718911" cy="8760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Offline data</a:t>
            </a:r>
          </a:p>
          <a:p>
            <a:r>
              <a:rPr lang="en-US" sz="1050" dirty="0" err="1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SketchGraphs</a:t>
            </a:r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 trajectories provide demonstrations and transition tuples for BC + CQL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A5AB12-A365-7649-39AC-0E770F4CD9DB}"/>
              </a:ext>
            </a:extLst>
          </p:cNvPr>
          <p:cNvSpPr/>
          <p:nvPr/>
        </p:nvSpPr>
        <p:spPr>
          <a:xfrm>
            <a:off x="3305991" y="2294593"/>
            <a:ext cx="2718910" cy="87609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Policy &amp; Value Heads 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Graph encoder + transformer conditioned on belief; outputs primitive type and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parameters.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10A5303-3EC9-3E45-E841-B52926C57537}"/>
              </a:ext>
            </a:extLst>
          </p:cNvPr>
          <p:cNvSpPr/>
          <p:nvPr/>
        </p:nvSpPr>
        <p:spPr>
          <a:xfrm>
            <a:off x="3305991" y="3540500"/>
            <a:ext cx="2718911" cy="7175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Uncertainty estimation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Bootstrap ensemble + residual dynamics; compute risk penalty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16278E-ACE6-B40E-D8E0-6FF5F9F3A403}"/>
              </a:ext>
            </a:extLst>
          </p:cNvPr>
          <p:cNvSpPr/>
          <p:nvPr/>
        </p:nvSpPr>
        <p:spPr>
          <a:xfrm>
            <a:off x="6929851" y="2294593"/>
            <a:ext cx="1584250" cy="87609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CAD command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Instantiate primitive + constraint; send to Autodesk solver.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E21204-7EAA-C0C2-78E7-22A4F8C3A51F}"/>
              </a:ext>
            </a:extLst>
          </p:cNvPr>
          <p:cNvSpPr/>
          <p:nvPr/>
        </p:nvSpPr>
        <p:spPr>
          <a:xfrm>
            <a:off x="9308557" y="2294593"/>
            <a:ext cx="2045243" cy="87609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Offline trajectory simulator</a:t>
            </a:r>
          </a:p>
          <a:p>
            <a:r>
              <a:rPr lang="en-US" sz="1050" dirty="0">
                <a:solidFill>
                  <a:schemeClr val="tx1"/>
                </a:solidFill>
                <a:latin typeface="Aptos" panose="020B0004020202020204" pitchFamily="34" charset="0"/>
                <a:ea typeface="Baskerville" panose="02020502070401020303" pitchFamily="18" charset="0"/>
                <a:cs typeface="Times New Roman" panose="02020603050405020304" pitchFamily="18" charset="0"/>
              </a:rPr>
              <a:t>Applies command, resolves constraints, emits updated sketch graph.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6FF8AA-7E1D-79A5-1C41-A240D7CC58A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642616" y="2732642"/>
            <a:ext cx="663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3C17A4-A40C-CC86-DDB9-E452BEA8A93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665446" y="1923490"/>
            <a:ext cx="0" cy="371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AA8160-ED01-D7BC-953C-819732F3068D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4665446" y="3170690"/>
            <a:ext cx="1" cy="36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828EE45-5229-E5B4-AC7F-140B9D3E5714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2240280" y="1485442"/>
            <a:ext cx="1065710" cy="800556"/>
          </a:xfrm>
          <a:prstGeom prst="bentConnector3">
            <a:avLst>
              <a:gd name="adj1" fmla="val 1000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B70340-4784-37F6-25E6-FFB180620742}"/>
              </a:ext>
            </a:extLst>
          </p:cNvPr>
          <p:cNvCxnSpPr>
            <a:cxnSpLocks/>
          </p:cNvCxnSpPr>
          <p:nvPr/>
        </p:nvCxnSpPr>
        <p:spPr>
          <a:xfrm>
            <a:off x="1130308" y="1914777"/>
            <a:ext cx="0" cy="379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9B526F-AF2D-D1A6-19D3-6E612CE6092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024901" y="2732642"/>
            <a:ext cx="904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24E6F0-BDA4-01FE-3403-19B07D91A53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514101" y="2732642"/>
            <a:ext cx="794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ECBA215-5B9D-4B37-2C7C-F0549E9194C3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rot="5400000">
            <a:off x="7813737" y="1381856"/>
            <a:ext cx="728609" cy="43062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71D81-CAE2-890F-FAB0-682DC3C188C8}"/>
                  </a:ext>
                </a:extLst>
              </p:cNvPr>
              <p:cNvSpPr txBox="1"/>
              <p:nvPr/>
            </p:nvSpPr>
            <p:spPr>
              <a:xfrm>
                <a:off x="935284" y="1981574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71D81-CAE2-890F-FAB0-682DC3C1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4" y="1981574"/>
                <a:ext cx="969024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A63BBA-FDEA-3214-957B-3F0457B4DB09}"/>
                  </a:ext>
                </a:extLst>
              </p:cNvPr>
              <p:cNvSpPr txBox="1"/>
              <p:nvPr/>
            </p:nvSpPr>
            <p:spPr>
              <a:xfrm>
                <a:off x="2034663" y="1247199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𝑃𝑟𝑖𝑜𝑟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𝑠𝑡𝑦𝑙𝑒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𝑤𝑒𝑖𝑔h𝑡𝑠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A63BBA-FDEA-3214-957B-3F0457B4D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663" y="1247199"/>
                <a:ext cx="969024" cy="246221"/>
              </a:xfrm>
              <a:prstGeom prst="rect">
                <a:avLst/>
              </a:prstGeom>
              <a:blipFill>
                <a:blip r:embed="rId3"/>
                <a:stretch>
                  <a:fillRect r="-2987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FD510E-856C-89D3-69C2-DE46DCD4AE6F}"/>
                  </a:ext>
                </a:extLst>
              </p:cNvPr>
              <p:cNvSpPr txBox="1"/>
              <p:nvPr/>
            </p:nvSpPr>
            <p:spPr>
              <a:xfrm>
                <a:off x="2478355" y="2468062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𝐵𝑒𝑙𝑖𝑒𝑓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FD510E-856C-89D3-69C2-DE46DCD4A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355" y="2468062"/>
                <a:ext cx="969024" cy="246221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DBFB2A-80C6-6723-160A-96696DCE9E2D}"/>
                  </a:ext>
                </a:extLst>
              </p:cNvPr>
              <p:cNvSpPr txBox="1"/>
              <p:nvPr/>
            </p:nvSpPr>
            <p:spPr>
              <a:xfrm>
                <a:off x="4665445" y="2000414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𝑂𝑓𝑓𝑙𝑖𝑛𝑒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𝑇𝑟𝑎𝑖𝑛𝑖𝑛𝑔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DBFB2A-80C6-6723-160A-96696DCE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445" y="2000414"/>
                <a:ext cx="969024" cy="246221"/>
              </a:xfrm>
              <a:prstGeom prst="rect">
                <a:avLst/>
              </a:prstGeom>
              <a:blipFill>
                <a:blip r:embed="rId5"/>
                <a:stretch>
                  <a:fillRect r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3CE830-BF88-BD82-AA89-6897D1A924E5}"/>
                  </a:ext>
                </a:extLst>
              </p:cNvPr>
              <p:cNvSpPr txBox="1"/>
              <p:nvPr/>
            </p:nvSpPr>
            <p:spPr>
              <a:xfrm>
                <a:off x="4692245" y="3227332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𝑅𝑖𝑠𝑘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𝐴𝑑𝑗𝑢𝑠𝑡𝑚𝑒𝑛𝑡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3CE830-BF88-BD82-AA89-6897D1A92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245" y="3227332"/>
                <a:ext cx="969024" cy="246221"/>
              </a:xfrm>
              <a:prstGeom prst="rect">
                <a:avLst/>
              </a:prstGeom>
              <a:blipFill>
                <a:blip r:embed="rId6"/>
                <a:stretch>
                  <a:fillRect r="-14286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809751-E1DA-DFBC-F54E-120A03E83343}"/>
                  </a:ext>
                </a:extLst>
              </p:cNvPr>
              <p:cNvSpPr txBox="1"/>
              <p:nvPr/>
            </p:nvSpPr>
            <p:spPr>
              <a:xfrm>
                <a:off x="6017071" y="2428483"/>
                <a:ext cx="969024" cy="271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𝑡𝑦𝑝𝑒</m:t>
                          </m:r>
                        </m:sup>
                      </m:sSub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𝑝𝑎𝑟𝑎𝑚</m:t>
                          </m:r>
                        </m:sup>
                      </m:sSubSup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809751-E1DA-DFBC-F54E-120A03E83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71" y="2428483"/>
                <a:ext cx="969024" cy="2718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1DE6DF6-4E06-7C80-E7BD-D3AA36879D0C}"/>
                  </a:ext>
                </a:extLst>
              </p:cNvPr>
              <p:cNvSpPr txBox="1"/>
              <p:nvPr/>
            </p:nvSpPr>
            <p:spPr>
              <a:xfrm>
                <a:off x="8029589" y="2000413"/>
                <a:ext cx="969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𝐶𝐴𝐷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𝐶𝑜𝑚𝑚𝑎𝑛𝑑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𝑂𝑏𝑠𝑒𝑟𝑣𝑎𝑡𝑖𝑜𝑛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000" b="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1DE6DF6-4E06-7C80-E7BD-D3AA36879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89" y="2000413"/>
                <a:ext cx="969024" cy="246221"/>
              </a:xfrm>
              <a:prstGeom prst="rect">
                <a:avLst/>
              </a:prstGeom>
              <a:blipFill>
                <a:blip r:embed="rId8"/>
                <a:stretch>
                  <a:fillRect r="-10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42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119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Aidan Luey</dc:creator>
  <cp:lastModifiedBy>Christopher Aidan Luey</cp:lastModifiedBy>
  <cp:revision>1</cp:revision>
  <dcterms:created xsi:type="dcterms:W3CDTF">2025-10-24T22:51:46Z</dcterms:created>
  <dcterms:modified xsi:type="dcterms:W3CDTF">2025-10-24T23:48:45Z</dcterms:modified>
</cp:coreProperties>
</file>